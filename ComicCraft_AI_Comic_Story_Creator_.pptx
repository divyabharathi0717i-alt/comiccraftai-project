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365760"/>
            <a:ext cx="1188720" cy="1188720"/>
          </a:xfrm>
          <a:prstGeom prst="ellipse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188720"/>
            <a:ext cx="594360" cy="594360"/>
          </a:xfrm>
          <a:prstGeom prst="ellipse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8600" y="5486400"/>
            <a:ext cx="914400" cy="914400"/>
          </a:xfrm>
          <a:prstGeom prst="ellipse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COMICCRAFT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F8C248"/>
                </a:solidFill>
                <a:latin typeface="Aptos"/>
              </a:rPr>
              <a:t>AI Comic Story Creator using Gemini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971800"/>
            <a:ext cx="6720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3319272"/>
            <a:ext cx="6355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1F38"/>
                </a:solidFill>
                <a:latin typeface="Aptos"/>
              </a:rPr>
              <a:t>Generate • Illustrate • Preview •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7091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Generative AI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525780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7D7E6"/>
                </a:solidFill>
                <a:latin typeface="Aptos"/>
              </a:rPr>
              <a:t>B.Sc. Computer Science  |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Turning a simple idea into a complete AI-assisted comic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8288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What is ComicCraft?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12848"/>
            <a:ext cx="4937759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An AI-powered web application that helps users create personalized comic stories from a story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73152" cy="18288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10512"/>
            <a:ext cx="4892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What does it generate?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12848"/>
            <a:ext cx="489204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 structured five-panel comic with narration, dialogue and AI-generated illustrations.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8813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User enters characters, setting, tone and art style.</a:t>
            </a:r>
          </a:p>
          <a:p>
            <a:pPr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AI creates the story structure and panel content.</a:t>
            </a:r>
          </a:p>
          <a:p>
            <a:pPr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The final comic can be previewed and exported as a PDF.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Traditional comic creation involves multiple separate creative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874519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Story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10896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Planning plot, characters, scenes, narration and dialogue manually.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73152" cy="1874519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Illustration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10896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Creating or finding suitable artwork for every panel takes time and skill.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0020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600200"/>
            <a:ext cx="73152" cy="1874519"/>
          </a:xfrm>
          <a:prstGeom prst="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764792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C248"/>
                </a:solidFill>
                <a:latin typeface="Aptos"/>
              </a:rPr>
              <a:t>Layout &amp;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67128"/>
            <a:ext cx="310896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Arranging panels, text and images into a final comic is another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F38"/>
                </a:solidFill>
                <a:latin typeface="Aptos"/>
              </a:rPr>
              <a:t>Need for the project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0881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A single workflow for story + dialogue + illustrations</a:t>
            </a:r>
          </a:p>
          <a:p>
            <a:pPr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Simple interface for students and creative users</a:t>
            </a:r>
          </a:p>
          <a:p>
            <a:pPr>
              <a:spcAft>
                <a:spcPts val="900"/>
              </a:spcAft>
              <a:defRPr sz="1600">
                <a:solidFill>
                  <a:srgbClr val="2A2A34"/>
                </a:solidFill>
                <a:latin typeface="Aptos"/>
              </a:defRPr>
            </a:pPr>
            <a:r>
              <a:t>• Fast generation of a ready-to-preview comic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What ComicCraft is designed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00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Generate personalized comic stories using Generative AI.</a:t>
            </a:r>
          </a:p>
          <a:p>
            <a:pPr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Create a structured five-panel storyline.</a:t>
            </a:r>
          </a:p>
          <a:p>
            <a:pPr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Generate narration and dialogue for each panel.</a:t>
            </a:r>
          </a:p>
          <a:p>
            <a:pPr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Generate AI-based comic illustrations.</a:t>
            </a:r>
          </a:p>
          <a:p>
            <a:pPr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Provide a comic preview for the user.</a:t>
            </a:r>
          </a:p>
          <a:p>
            <a:pPr>
              <a:spcAft>
                <a:spcPts val="900"/>
              </a:spcAft>
              <a:defRPr sz="1700">
                <a:solidFill>
                  <a:srgbClr val="2A2A34"/>
                </a:solidFill>
                <a:latin typeface="Aptos"/>
              </a:defRPr>
            </a:pPr>
            <a:r>
              <a:t>• Export the completed comic as a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828800"/>
            <a:ext cx="3931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1828800"/>
            <a:ext cx="73152" cy="201168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199339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395728"/>
            <a:ext cx="35661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One application connects language generation, image generation, layout and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069080"/>
            <a:ext cx="3931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4069080"/>
            <a:ext cx="73152" cy="1463040"/>
          </a:xfrm>
          <a:prstGeom prst="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423367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C248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636008"/>
            <a:ext cx="35661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 visual, panel-by-panel comic that can be viewed and saved.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4. 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Software stack used in the documented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Backend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9144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Web API /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73152" cy="9144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2724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HTML +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127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Frontend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73152" cy="9144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724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Jinja2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27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HTML templates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703320"/>
            <a:ext cx="73152" cy="9144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3867911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270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Story &amp; dialogue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73152" cy="9144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867911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Stable 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70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Image generation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73152" cy="9144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" y="5010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Diffusers + PyTorch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5413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AI image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8463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73152" cy="9144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5010912"/>
            <a:ext cx="4846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Pillow + FPDF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413248"/>
            <a:ext cx="4846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Image processing + 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5.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End-to-end flow of the ComicCraft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1353312" cy="914400"/>
          </a:xfrm>
          <a:prstGeom prst="round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743200"/>
            <a:ext cx="1353312" cy="914400"/>
          </a:xfrm>
          <a:prstGeom prst="round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9896" y="2743200"/>
            <a:ext cx="1353312" cy="914400"/>
          </a:xfrm>
          <a:prstGeom prst="round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13048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GEMINI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4104" y="2743200"/>
            <a:ext cx="1353312" cy="914400"/>
          </a:xfrm>
          <a:prstGeom prst="round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77256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GEMINI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5704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8312" y="2743200"/>
            <a:ext cx="1353312" cy="914400"/>
          </a:xfrm>
          <a:prstGeom prst="round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41464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STABLE 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19" y="2743200"/>
            <a:ext cx="1353312" cy="914400"/>
          </a:xfrm>
          <a:prstGeom prst="round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05672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LAYOUT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9900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C1F3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96728" y="2743200"/>
            <a:ext cx="1353312" cy="914400"/>
          </a:xfrm>
          <a:prstGeom prst="round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69880" y="2999232"/>
            <a:ext cx="1207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C1F38"/>
                </a:solidFill>
                <a:latin typeface="Aptos"/>
              </a:rPr>
              <a:t>PREVIEW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16052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2A34"/>
                </a:solidFill>
                <a:latin typeface="Aptos"/>
              </a:rPr>
              <a:t>Story outline → detailed narration/dialogue → illustrations → comic composition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6. Working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Step-by-step generation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438912" cy="438912"/>
          </a:xfrm>
          <a:prstGeom prst="ellipse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4475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Enter story prompt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417320"/>
            <a:ext cx="438912" cy="438912"/>
          </a:xfrm>
          <a:prstGeom prst="ellipse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444752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Select character + setting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587752"/>
            <a:ext cx="438912" cy="438912"/>
          </a:xfrm>
          <a:prstGeom prst="ellipse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7919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15184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Choose tone + art style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587752"/>
            <a:ext cx="438912" cy="438912"/>
          </a:xfrm>
          <a:prstGeom prst="ellipse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679192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15184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Gemini Flash creates 5-panel outline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758184"/>
            <a:ext cx="438912" cy="438912"/>
          </a:xfrm>
          <a:prstGeom prst="ellipse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49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85616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Gemini Pro creates narration + dialogue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758184"/>
            <a:ext cx="438912" cy="438912"/>
          </a:xfrm>
          <a:prstGeom prst="ellipse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849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85616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Stable Diffusion creates panel images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928616"/>
            <a:ext cx="438912" cy="438912"/>
          </a:xfrm>
          <a:prstGeom prst="ellipse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020055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56048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Arrange panels and preview comic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4928616"/>
            <a:ext cx="438912" cy="438912"/>
          </a:xfrm>
          <a:prstGeom prst="ellipse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020055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56048"/>
            <a:ext cx="45720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A34"/>
                </a:solidFill>
                <a:latin typeface="Aptos"/>
              </a:rPr>
              <a:t>Export as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7. Main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Major functional components of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Frontend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31089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User input, preview and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6002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73351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Story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075688"/>
            <a:ext cx="31089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Panel outline, narration and dialogue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73152" cy="1600200"/>
          </a:xfrm>
          <a:prstGeom prst="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673351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C248"/>
                </a:solidFill>
                <a:latin typeface="Aptos"/>
              </a:rPr>
              <a:t>Image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075688"/>
            <a:ext cx="31089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AI illustrations for comic panels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73152" cy="16002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730752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Layout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7"/>
            <a:ext cx="31089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Combines images, title and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73152" cy="16002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36008" y="3730752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Export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7"/>
            <a:ext cx="310896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Creates downloadable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1F38"/>
                </a:solidFill>
                <a:latin typeface="Aptos"/>
              </a:rPr>
              <a:t>8. AI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6973"/>
                </a:solidFill>
                <a:latin typeface="Aptos"/>
              </a:rPr>
              <a:t>Different models handle different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205740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Gemini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306324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Creates the structured five-panel comic outline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205740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1907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Gemini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21408"/>
            <a:ext cx="306324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Generates more detailed narration and dialogue for the panels.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54480"/>
            <a:ext cx="73152" cy="2057400"/>
          </a:xfrm>
          <a:prstGeom prst="rect">
            <a:avLst/>
          </a:prstGeom>
          <a:solidFill>
            <a:srgbClr val="F8C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19072"/>
            <a:ext cx="3063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C248"/>
                </a:solidFill>
                <a:latin typeface="Aptos"/>
              </a:rPr>
              <a:t>Stable Diffusion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21408"/>
            <a:ext cx="306324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Generates visual illustrations from image prompts.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F38"/>
                </a:solidFill>
                <a:latin typeface="Aptos"/>
              </a:rPr>
              <a:t>Why use multiple AI components?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4592" rtlCol="0" anchor="ctr"/>
          <a:lstStyle/>
          <a:p>
            <a:pPr algn="ctr">
              <a:spcAft>
                <a:spcPts val="900"/>
              </a:spcAft>
              <a:defRPr sz="1500">
                <a:solidFill>
                  <a:srgbClr val="2A2A34"/>
                </a:solidFill>
                <a:latin typeface="Aptos"/>
              </a:defRPr>
            </a:pPr>
            <a:r>
              <a:t>• Language models handle story structure and text.</a:t>
            </a:r>
          </a:p>
          <a:p>
            <a:pPr>
              <a:spcAft>
                <a:spcPts val="900"/>
              </a:spcAft>
              <a:defRPr sz="1500">
                <a:solidFill>
                  <a:srgbClr val="2A2A34"/>
                </a:solidFill>
                <a:latin typeface="Aptos"/>
              </a:defRPr>
            </a:pPr>
            <a:r>
              <a:t>• Image generation handles the visual content.</a:t>
            </a:r>
          </a:p>
          <a:p>
            <a:pPr>
              <a:spcAft>
                <a:spcPts val="900"/>
              </a:spcAft>
              <a:defRPr sz="1500">
                <a:solidFill>
                  <a:srgbClr val="2A2A34"/>
                </a:solidFill>
                <a:latin typeface="Aptos"/>
              </a:defRPr>
            </a:pPr>
            <a:r>
              <a:t>• The backend coordinates the complete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C1F38"/>
                </a:solidFill>
                <a:latin typeface="Aptos"/>
              </a:rPr>
              <a:t>9</a:t>
            </a:r>
            <a:r>
              <a:rPr sz="2800" b="1" dirty="0">
                <a:solidFill>
                  <a:srgbClr val="1C1F38"/>
                </a:solidFill>
                <a:latin typeface="Aptos"/>
              </a:rPr>
              <a:t>. Advantages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41832"/>
            <a:ext cx="1188720" cy="64008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3383280"/>
          </a:xfrm>
          <a:prstGeom prst="rect">
            <a:avLst/>
          </a:prstGeom>
          <a:solidFill>
            <a:srgbClr val="5B3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4937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3F99"/>
                </a:solidFill>
                <a:latin typeface="Aptos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4937759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• Reduces manual effort
• Combines story + image generation
• Personalized content
• Preview and PDF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035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73152" cy="338328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673351"/>
            <a:ext cx="4937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75688"/>
            <a:ext cx="4937759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• More artistic styles
• Better character consistency
• More panels and layouts
• Voice narration
• User accounts and cloud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A2A34"/>
                </a:solidFill>
                <a:latin typeface="Aptos"/>
              </a:rPr>
              <a:t>The architecture can be extended without changing the basic user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6973"/>
                </a:solidFill>
                <a:latin typeface="Aptos"/>
              </a:rPr>
              <a:t>COMICCRAFT  •  AI Comic Story Creator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3F9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Aptos"/>
              </a:rPr>
              <a:t>1</a:t>
            </a:r>
            <a:r>
              <a:rPr lang="en-US" sz="3000" b="1" dirty="0">
                <a:solidFill>
                  <a:srgbClr val="FFFFFF"/>
                </a:solidFill>
                <a:latin typeface="Aptos"/>
              </a:rPr>
              <a:t>0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69164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8C248"/>
                </a:solidFill>
                <a:latin typeface="Aptos"/>
              </a:rPr>
              <a:t>ComicCraft demonstrates how Generative AI can automate comic story creation.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8503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73152" cy="1737360"/>
          </a:xfrm>
          <a:prstGeom prst="rect">
            <a:avLst/>
          </a:prstGeom>
          <a:solidFill>
            <a:srgbClr val="E8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29968" y="2907792"/>
            <a:ext cx="8138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5B8E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3310128"/>
            <a:ext cx="813816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A2A34"/>
                </a:solidFill>
                <a:latin typeface="Aptos"/>
              </a:rPr>
              <a:t>Story generation + dialogue + AI illustrations + layout + PDF export are combined into one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66360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7150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CDCEB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Divyabharathi I</cp:lastModifiedBy>
  <cp:revision>4</cp:revision>
  <dcterms:created xsi:type="dcterms:W3CDTF">2013-01-27T09:14:16Z</dcterms:created>
  <dcterms:modified xsi:type="dcterms:W3CDTF">2026-09-25T13:27:20Z</dcterms:modified>
  <cp:category/>
</cp:coreProperties>
</file>